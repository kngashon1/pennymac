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1687-7D74-16AA-F65C-9BDB3D099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4A97B0-A871-A271-8000-0745CE2FC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2FAFF-B279-7A29-1BB3-CD66C0EE6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6CE1-3C7A-4BB3-9B38-26859B240EB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26CD2-A2F5-0042-4594-627E59002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07925-F327-5ECE-7CFF-BB88BBCE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3622E-F99E-4869-8EC4-B970DD15E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30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E64E-A665-4C0F-9F73-B1563E529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34BE8-A166-0CE4-139B-57BDF0801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BCFF3-2540-776D-F79A-A1352615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6CE1-3C7A-4BB3-9B38-26859B240EB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5C98B-A815-C2F7-CBBB-96875AA7E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64EA-A9B7-447D-4B65-F569CA34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3622E-F99E-4869-8EC4-B970DD15E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95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B9FC1-7089-EC94-F551-6F5C3D7E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C100B-4449-C3EE-1E53-3DE8C2515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39360-3D46-0FF3-AC28-7AFBBBB6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6CE1-3C7A-4BB3-9B38-26859B240EB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17EFD-1F97-20C9-AD96-70C9C686A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C14FA-81BF-752C-5D6F-603718FE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3622E-F99E-4869-8EC4-B970DD15E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95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5C900-2D17-2FE9-4CB9-41905866F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52247-796E-C388-2B87-E785AD85E3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C739E-157E-0E25-35F8-941156687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EAD8A-C806-AAB1-2E2C-48E6CAF18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6CE1-3C7A-4BB3-9B38-26859B240EB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66AB8-2345-F531-D3F7-EE8868F71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492F6-0875-2277-11EC-F01E43B7A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3622E-F99E-4869-8EC4-B970DD15E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6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90FF5-3062-A44F-37FE-0E05D0C41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B114D-1BBB-95B7-DAB5-8A81775F5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4FACC-C830-4E6F-D891-6621515B3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5E8EB8-F853-91EC-9690-5F4429945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F8F57F-213B-5982-18DC-E07755C63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0EFE82-C328-4401-77F9-61376005F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6CE1-3C7A-4BB3-9B38-26859B240EB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94003A-B021-3032-50CC-0DC2EBF00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81AC1-BE8A-AEC2-A8A8-F5F06020A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3622E-F99E-4869-8EC4-B970DD15E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63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D509D-FCAB-DE9C-0AEA-F6D508EA8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6330B5-F98E-D23E-F8CD-933A78EA7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6CE1-3C7A-4BB3-9B38-26859B240EB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E0522-EF29-AC0A-4F7E-C3A2C8EB9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57EFF-F5B9-2FE9-2B12-93FF05A9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3622E-F99E-4869-8EC4-B970DD15E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80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96C559-5535-0667-1135-08B4E84C1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6CE1-3C7A-4BB3-9B38-26859B240EB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7C544F-C03F-47B6-DA1A-9292C375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54B17-87D5-1902-7218-8436FB2B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3622E-F99E-4869-8EC4-B970DD15E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07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9381F-88E9-C4F2-7858-D5091BD6C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D1B67-80C4-2EDA-B235-281355A6A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2B21B-31C0-3E29-453E-1B17510A9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3F9BB-AE52-1418-BFCF-0A8E3BF51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6CE1-3C7A-4BB3-9B38-26859B240EB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12233-EB01-1079-B6C4-749FB6A5E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EE70A-CC73-9EDC-2CDF-89A97933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3622E-F99E-4869-8EC4-B970DD15E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66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BDF-9DBC-1CB8-6848-03526F745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71853-A71F-CF4D-8B1A-C21A09ABB9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F50D8-95DC-CB46-0395-EB325E29C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9E987-AE9C-ABD1-1AE7-F4302FF6A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6CE1-3C7A-4BB3-9B38-26859B240EB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DD47F-6E41-4A1F-565D-64D57763A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E6D275-085E-4525-CA53-A68FC7267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3622E-F99E-4869-8EC4-B970DD15E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00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4DB1E-B62A-7E9F-616F-84BF74D4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B2D9D-B80B-25C7-CD31-BB9D2E6DC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3573D-F994-D178-C562-BE8702B41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6CE1-3C7A-4BB3-9B38-26859B240EB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E2A7E-10A8-B75E-F374-5D7A98649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7702C-D5BD-4A65-703E-722E100F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3622E-F99E-4869-8EC4-B970DD15E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49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433CE8-6777-CA79-77C5-D622CB7F6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44955-BA42-0C3F-7649-5474BA222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37FE-0569-0C1A-5B61-91261DD9B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6CE1-3C7A-4BB3-9B38-26859B240EB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0293F-DA6F-9C7B-3DAB-4C8E9F24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FF6C0-EA51-B409-4FD4-DA856A244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3622E-F99E-4869-8EC4-B970DD15E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53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26C5BF-D04A-D7C7-4607-0CCC83135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74AC7-CAB2-0B61-B12C-B9A637BA0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5FD5C-FFD6-3015-825D-914F284BF1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06CE1-3C7A-4BB3-9B38-26859B240EB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BED5C-F212-01D4-3EDF-EA72E705E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2C1C2-F1AD-D3CA-C76C-9FAB70143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3622E-F99E-4869-8EC4-B970DD15E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7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7B559-FAA6-6325-0FFD-16C05D8428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AED65E-7557-546F-325B-C85EF8B6C3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87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A42E0B4-E49E-29C5-745B-A3DFC69D356C}"/>
              </a:ext>
            </a:extLst>
          </p:cNvPr>
          <p:cNvSpPr/>
          <p:nvPr/>
        </p:nvSpPr>
        <p:spPr>
          <a:xfrm>
            <a:off x="905256" y="640080"/>
            <a:ext cx="6428232" cy="440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B9A186-AD18-2CFE-A588-137740AA1FAE}"/>
              </a:ext>
            </a:extLst>
          </p:cNvPr>
          <p:cNvSpPr/>
          <p:nvPr/>
        </p:nvSpPr>
        <p:spPr>
          <a:xfrm>
            <a:off x="1519428" y="969216"/>
            <a:ext cx="4462272" cy="34747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6CEFF-58EC-E89C-39EA-6D4CC1215A04}"/>
              </a:ext>
            </a:extLst>
          </p:cNvPr>
          <p:cNvSpPr txBox="1"/>
          <p:nvPr/>
        </p:nvSpPr>
        <p:spPr>
          <a:xfrm>
            <a:off x="3108960" y="1252728"/>
            <a:ext cx="202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eventbridge</a:t>
            </a:r>
            <a:endParaRPr lang="en-US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64EE0B5D-1234-F612-3E40-043EE05BDF17}"/>
              </a:ext>
            </a:extLst>
          </p:cNvPr>
          <p:cNvSpPr/>
          <p:nvPr/>
        </p:nvSpPr>
        <p:spPr>
          <a:xfrm>
            <a:off x="3621024" y="1622060"/>
            <a:ext cx="329184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3B9759-159E-E748-27EF-4FB4A6B924DC}"/>
              </a:ext>
            </a:extLst>
          </p:cNvPr>
          <p:cNvSpPr txBox="1"/>
          <p:nvPr/>
        </p:nvSpPr>
        <p:spPr>
          <a:xfrm>
            <a:off x="3040380" y="1904607"/>
            <a:ext cx="215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Aws lambda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229438FB-A4CD-0F25-2A44-B8FA905591C4}"/>
              </a:ext>
            </a:extLst>
          </p:cNvPr>
          <p:cNvSpPr/>
          <p:nvPr/>
        </p:nvSpPr>
        <p:spPr>
          <a:xfrm>
            <a:off x="3608832" y="2706576"/>
            <a:ext cx="329184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B3F56F-84B5-DC5B-BBBF-968D6A5494E8}"/>
              </a:ext>
            </a:extLst>
          </p:cNvPr>
          <p:cNvSpPr txBox="1"/>
          <p:nvPr/>
        </p:nvSpPr>
        <p:spPr>
          <a:xfrm>
            <a:off x="2817876" y="3213116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Cloudwatch</a:t>
            </a:r>
            <a:r>
              <a:rPr lang="en-US" dirty="0"/>
              <a:t> logs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3F68DE-08FC-B5CA-8935-496FED64F089}"/>
              </a:ext>
            </a:extLst>
          </p:cNvPr>
          <p:cNvSpPr txBox="1"/>
          <p:nvPr/>
        </p:nvSpPr>
        <p:spPr>
          <a:xfrm>
            <a:off x="2983992" y="2256651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(Python code)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4BF038-3926-345F-EBF2-9B5168A06E92}"/>
              </a:ext>
            </a:extLst>
          </p:cNvPr>
          <p:cNvSpPr txBox="1"/>
          <p:nvPr/>
        </p:nvSpPr>
        <p:spPr>
          <a:xfrm>
            <a:off x="1709928" y="3749040"/>
            <a:ext cx="1618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VPC Subnet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991A7C-C686-637E-5F2E-8DDEA9B85AF1}"/>
              </a:ext>
            </a:extLst>
          </p:cNvPr>
          <p:cNvSpPr txBox="1"/>
          <p:nvPr/>
        </p:nvSpPr>
        <p:spPr>
          <a:xfrm>
            <a:off x="1519428" y="4606004"/>
            <a:ext cx="1618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VPC</a:t>
            </a:r>
          </a:p>
        </p:txBody>
      </p:sp>
    </p:spTree>
    <p:extLst>
      <p:ext uri="{BB962C8B-B14F-4D97-AF65-F5344CB8AC3E}">
        <p14:creationId xmlns:p14="http://schemas.microsoft.com/office/powerpoint/2010/main" val="1577173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Kingsley Ngasoh</dc:creator>
  <cp:lastModifiedBy>Kingsley Ngasoh</cp:lastModifiedBy>
  <cp:revision>1</cp:revision>
  <dcterms:created xsi:type="dcterms:W3CDTF">2026-03-26T18:09:42Z</dcterms:created>
  <dcterms:modified xsi:type="dcterms:W3CDTF">2026-03-26T18:09:42Z</dcterms:modified>
</cp:coreProperties>
</file>